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1" r:id="rId4"/>
    <p:sldId id="267" r:id="rId5"/>
    <p:sldId id="278" r:id="rId6"/>
    <p:sldId id="276" r:id="rId7"/>
    <p:sldId id="266" r:id="rId8"/>
    <p:sldId id="270" r:id="rId9"/>
    <p:sldId id="269" r:id="rId10"/>
    <p:sldId id="277" r:id="rId11"/>
    <p:sldId id="268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MvtZuHCNBIuqrvUo1Sqe19aRN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3550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5948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4958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525" y="390524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2742929" y="1460241"/>
            <a:ext cx="8332236" cy="39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endParaRPr sz="4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zh-TW" sz="4000" dirty="0">
                <a:latin typeface="Arial"/>
                <a:ea typeface="Arial"/>
                <a:cs typeface="Arial"/>
                <a:sym typeface="Arial"/>
              </a:rPr>
              <a:t>校園微定位服務app</a:t>
            </a:r>
            <a:endParaRPr lang="en-US" altLang="zh-TW" sz="4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zh-TW" altLang="en-US" dirty="0"/>
              <a:t>成果報告</a:t>
            </a:r>
            <a:endParaRPr dirty="0"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 dirty="0">
                <a:latin typeface="DFKai-SB"/>
                <a:ea typeface="DFKai-SB"/>
                <a:cs typeface="DFKai-SB"/>
                <a:sym typeface="DFKai-SB"/>
              </a:rPr>
              <a:t>製作者 : 賴秉閎  簡報日期 : 2023/5/24</a:t>
            </a:r>
            <a:endParaRPr dirty="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>
            <a:spLocks noGrp="1"/>
          </p:cNvSpPr>
          <p:nvPr>
            <p:ph type="ctrTitle"/>
          </p:nvPr>
        </p:nvSpPr>
        <p:spPr>
          <a:xfrm>
            <a:off x="1710431" y="907003"/>
            <a:ext cx="9144000" cy="11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 dirty="0">
                <a:latin typeface="Arial"/>
                <a:ea typeface="Arial"/>
                <a:cs typeface="Arial"/>
                <a:sym typeface="Arial"/>
              </a:rPr>
              <a:t>系統流程</a:t>
            </a:r>
            <a:r>
              <a:rPr lang="zh-TW" altLang="en-US" sz="4000" dirty="0">
                <a:latin typeface="Arial"/>
                <a:ea typeface="Arial"/>
                <a:cs typeface="Arial"/>
                <a:sym typeface="Arial"/>
              </a:rPr>
              <a:t>描述</a:t>
            </a:r>
            <a:endParaRPr dirty="0"/>
          </a:p>
        </p:txBody>
      </p:sp>
      <p:grpSp>
        <p:nvGrpSpPr>
          <p:cNvPr id="100" name="Google Shape;100;p3"/>
          <p:cNvGrpSpPr/>
          <p:nvPr/>
        </p:nvGrpSpPr>
        <p:grpSpPr>
          <a:xfrm>
            <a:off x="2396230" y="2083956"/>
            <a:ext cx="7772400" cy="2918611"/>
            <a:chOff x="685799" y="0"/>
            <a:chExt cx="7772400" cy="2918611"/>
          </a:xfrm>
        </p:grpSpPr>
        <p:sp>
          <p:nvSpPr>
            <p:cNvPr id="101" name="Google Shape;101;p3"/>
            <p:cNvSpPr/>
            <p:nvPr/>
          </p:nvSpPr>
          <p:spPr>
            <a:xfrm>
              <a:off x="685799" y="0"/>
              <a:ext cx="7772400" cy="29186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856223" y="875530"/>
              <a:ext cx="1388259" cy="1167444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 txBox="1"/>
            <p:nvPr/>
          </p:nvSpPr>
          <p:spPr>
            <a:xfrm>
              <a:off x="913214" y="963941"/>
              <a:ext cx="1274279" cy="1053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2700"/>
              </a:pPr>
              <a:r>
                <a:rPr lang="en-US" altLang="zh-TW" sz="2700" dirty="0">
                  <a:solidFill>
                    <a:schemeClr val="lt1"/>
                  </a:solidFill>
                  <a:latin typeface="Calibri"/>
                  <a:cs typeface="Calibri"/>
                </a:rPr>
                <a:t>App</a:t>
              </a:r>
              <a:r>
                <a:rPr lang="zh-TW" altLang="en-US" sz="2700" dirty="0">
                  <a:solidFill>
                    <a:schemeClr val="lt1"/>
                  </a:solidFill>
                  <a:latin typeface="Calibri"/>
                  <a:cs typeface="Calibri"/>
                </a:rPr>
                <a:t>接收訊息</a:t>
              </a:r>
              <a:endParaRPr lang="en-US" altLang="zh-TW" sz="2700" dirty="0">
                <a:solidFill>
                  <a:schemeClr val="lt1"/>
                </a:solidFill>
                <a:latin typeface="Calibri"/>
                <a:cs typeface="Calibri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2527976" y="883540"/>
              <a:ext cx="1388259" cy="1167444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 txBox="1"/>
            <p:nvPr/>
          </p:nvSpPr>
          <p:spPr>
            <a:xfrm>
              <a:off x="2584967" y="932573"/>
              <a:ext cx="1274279" cy="1053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zh-TW" altLang="en-US" sz="2700" dirty="0">
                  <a:solidFill>
                    <a:schemeClr val="lt1"/>
                  </a:solidFill>
                  <a:latin typeface="Calibri"/>
                  <a:cs typeface="Calibri"/>
                </a:rPr>
                <a:t>發送請求</a:t>
              </a:r>
              <a:endParaRPr sz="2700" dirty="0">
                <a:solidFill>
                  <a:schemeClr val="lt1"/>
                </a:solidFill>
                <a:latin typeface="Calibri"/>
                <a:cs typeface="Calibri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4396509" y="906951"/>
              <a:ext cx="1388259" cy="1167444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 txBox="1"/>
            <p:nvPr/>
          </p:nvSpPr>
          <p:spPr>
            <a:xfrm>
              <a:off x="4459968" y="963941"/>
              <a:ext cx="1274279" cy="1053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zh-TW" altLang="en-US" sz="27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傳送資料</a:t>
              </a:r>
              <a:endParaRPr dirty="0"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6198485" y="883540"/>
              <a:ext cx="1388259" cy="1167444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 txBox="1"/>
            <p:nvPr/>
          </p:nvSpPr>
          <p:spPr>
            <a:xfrm>
              <a:off x="6255476" y="940530"/>
              <a:ext cx="1274279" cy="1053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lvl="0" indent="0" algn="ctr">
                <a:lnSpc>
                  <a:spcPct val="90000"/>
                </a:lnSpc>
                <a:buClr>
                  <a:schemeClr val="lt1"/>
                </a:buClr>
                <a:buSzPts val="2700"/>
                <a:buFont typeface="Arial"/>
                <a:buNone/>
              </a:pPr>
              <a:r>
                <a:rPr lang="zh-TW" altLang="en-US" sz="2700" dirty="0">
                  <a:solidFill>
                    <a:schemeClr val="lt1"/>
                  </a:solidFill>
                  <a:latin typeface="Calibri"/>
                  <a:cs typeface="Calibri"/>
                </a:rPr>
                <a:t>紀錄資料</a:t>
              </a:r>
              <a:endParaRPr sz="2700" dirty="0">
                <a:solidFill>
                  <a:schemeClr val="lt1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5266084" cy="94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 dirty="0">
                <a:latin typeface="Arial"/>
                <a:ea typeface="Arial"/>
                <a:cs typeface="Arial"/>
                <a:sym typeface="Arial"/>
              </a:rPr>
              <a:t>系統類別圖-</a:t>
            </a:r>
            <a:r>
              <a:rPr lang="en-US" altLang="zh-TW" sz="4000" dirty="0" err="1">
                <a:latin typeface="Arial"/>
                <a:ea typeface="Arial"/>
                <a:cs typeface="Arial"/>
                <a:sym typeface="Arial"/>
              </a:rPr>
              <a:t>JavaSpring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圖片 2" descr="一張含有 文字, 圖表, 平行, 螢幕擷取畫面 的圖片&#10;&#10;自動產生的描述">
            <a:extLst>
              <a:ext uri="{FF2B5EF4-FFF2-40B4-BE49-F238E27FC236}">
                <a16:creationId xmlns:a16="http://schemas.microsoft.com/office/drawing/2014/main" id="{33284EC3-F2C6-27B4-FF8E-37FAECC3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938" y="980658"/>
            <a:ext cx="5208673" cy="45057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5817833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>
                <a:latin typeface="Arial"/>
                <a:ea typeface="Arial"/>
                <a:cs typeface="Arial"/>
                <a:sym typeface="Arial"/>
              </a:rPr>
              <a:t>Android 畫面</a:t>
            </a:r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subTitle" idx="1"/>
          </p:nvPr>
        </p:nvSpPr>
        <p:spPr>
          <a:xfrm>
            <a:off x="1524000" y="3498980"/>
            <a:ext cx="9144000" cy="175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" name="圖片 1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6CA862B4-E7BC-7196-2A1C-C24090D27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445" y="2563470"/>
            <a:ext cx="7719558" cy="25855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2"/>
          <p:cNvSpPr txBox="1">
            <a:spLocks noGrp="1"/>
          </p:cNvSpPr>
          <p:nvPr>
            <p:ph type="ctrTitle"/>
          </p:nvPr>
        </p:nvSpPr>
        <p:spPr>
          <a:xfrm>
            <a:off x="1346446" y="904940"/>
            <a:ext cx="5817833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altLang="en-US" sz="4000" dirty="0">
                <a:latin typeface="Arial"/>
                <a:ea typeface="Arial"/>
                <a:cs typeface="Arial"/>
                <a:sym typeface="Arial"/>
              </a:rPr>
              <a:t>系統危害</a:t>
            </a:r>
            <a:endParaRPr dirty="0"/>
          </a:p>
        </p:txBody>
      </p:sp>
      <p:sp>
        <p:nvSpPr>
          <p:cNvPr id="178" name="Google Shape;178;p12"/>
          <p:cNvSpPr txBox="1">
            <a:spLocks noGrp="1"/>
          </p:cNvSpPr>
          <p:nvPr>
            <p:ph type="subTitle" idx="1"/>
          </p:nvPr>
        </p:nvSpPr>
        <p:spPr>
          <a:xfrm>
            <a:off x="1524000" y="3498980"/>
            <a:ext cx="9144000" cy="175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E41A01B-D2BA-46D5-3EE6-962EF2DE2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308" y="2044765"/>
            <a:ext cx="4707430" cy="175882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2EEDAD1-B386-DA0F-55B6-EBB436277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738" y="3871681"/>
            <a:ext cx="524827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5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5266084" cy="94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 dirty="0">
                <a:latin typeface="Arial"/>
                <a:ea typeface="Arial"/>
                <a:cs typeface="Arial"/>
                <a:sym typeface="Arial"/>
              </a:rPr>
              <a:t>系統類別圖-Android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34066" y="639021"/>
            <a:ext cx="5085184" cy="5185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1602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5223" y="1885774"/>
            <a:ext cx="6151756" cy="247685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>
                <a:latin typeface="Arial"/>
                <a:ea typeface="Arial"/>
                <a:cs typeface="Arial"/>
                <a:sym typeface="Arial"/>
              </a:rPr>
              <a:t>測算距離</a:t>
            </a:r>
            <a:endParaRPr/>
          </a:p>
        </p:txBody>
      </p:sp>
      <p:sp>
        <p:nvSpPr>
          <p:cNvPr id="171" name="Google Shape;171;p11"/>
          <p:cNvSpPr txBox="1">
            <a:spLocks noGrp="1"/>
          </p:cNvSpPr>
          <p:nvPr>
            <p:ph type="subTitle" idx="1"/>
          </p:nvPr>
        </p:nvSpPr>
        <p:spPr>
          <a:xfrm>
            <a:off x="1524000" y="3498980"/>
            <a:ext cx="9144000" cy="175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Android Beacon官方網站有現成的api，也不需要，那麼就用RSSI計算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轉換公式d = 10 ^(abs(RSSI)-A) / (10*n)</a:t>
            </a:r>
            <a:endParaRPr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RSSI : 信號強度 A : 功率 n : 衰減因子 (2)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>
                <a:latin typeface="Arial"/>
                <a:ea typeface="Arial"/>
                <a:cs typeface="Arial"/>
                <a:sym typeface="Arial"/>
              </a:rPr>
              <a:t>資料庫設計</a:t>
            </a:r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subTitle" idx="1"/>
          </p:nvPr>
        </p:nvSpPr>
        <p:spPr>
          <a:xfrm>
            <a:off x="3303036" y="2253342"/>
            <a:ext cx="5924940" cy="272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zh-TW" dirty="0"/>
              <a:t>UserID</a:t>
            </a:r>
            <a:endParaRPr dirty="0"/>
          </a:p>
          <a:p>
            <a:pPr marL="457200" lvl="0" indent="-4572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zh-TW" dirty="0"/>
              <a:t>UserName</a:t>
            </a:r>
            <a:endParaRPr dirty="0"/>
          </a:p>
          <a:p>
            <a:pPr marL="457200" lvl="0" indent="-4572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zh-TW" dirty="0"/>
              <a:t>UserPhone</a:t>
            </a:r>
            <a:r>
              <a:rPr lang="zh-TW" altLang="en-US" dirty="0"/>
              <a:t> **</a:t>
            </a:r>
            <a:endParaRPr dirty="0"/>
          </a:p>
          <a:p>
            <a:pPr marL="457200" lvl="0" indent="-4572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zh-TW" dirty="0"/>
              <a:t>UserDisappearLocation(android calculating)</a:t>
            </a:r>
            <a:endParaRPr dirty="0"/>
          </a:p>
          <a:p>
            <a:pPr marL="457200" lvl="0" indent="-3048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>
                <a:latin typeface="Arial"/>
                <a:ea typeface="Arial"/>
                <a:cs typeface="Arial"/>
                <a:sym typeface="Arial"/>
              </a:rPr>
              <a:t>後端設計</a:t>
            </a:r>
            <a:endParaRPr/>
          </a:p>
        </p:txBody>
      </p:sp>
      <p:sp>
        <p:nvSpPr>
          <p:cNvPr id="194" name="Google Shape;194;p14"/>
          <p:cNvSpPr txBox="1">
            <a:spLocks noGrp="1"/>
          </p:cNvSpPr>
          <p:nvPr>
            <p:ph type="subTitle" idx="1"/>
          </p:nvPr>
        </p:nvSpPr>
        <p:spPr>
          <a:xfrm>
            <a:off x="3303036" y="2253342"/>
            <a:ext cx="5585927" cy="1175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初期搭建結果</a:t>
            </a:r>
            <a:endParaRPr/>
          </a:p>
        </p:txBody>
      </p:sp>
      <p:pic>
        <p:nvPicPr>
          <p:cNvPr id="195" name="Google Shape;19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1637" y="3428999"/>
            <a:ext cx="976312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5817833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>
                <a:latin typeface="Arial"/>
                <a:ea typeface="Arial"/>
                <a:cs typeface="Arial"/>
                <a:sym typeface="Arial"/>
              </a:rPr>
              <a:t>Android 畫面</a:t>
            </a:r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subTitle" idx="1"/>
          </p:nvPr>
        </p:nvSpPr>
        <p:spPr>
          <a:xfrm>
            <a:off x="1524000" y="3498980"/>
            <a:ext cx="9144000" cy="175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79" name="Google Shape;17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5730" y="597499"/>
            <a:ext cx="2749497" cy="55230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8108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5585927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>
                <a:latin typeface="Arial"/>
                <a:ea typeface="Arial"/>
                <a:cs typeface="Arial"/>
                <a:sym typeface="Arial"/>
              </a:rPr>
              <a:t>後端設計</a:t>
            </a:r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524000" y="2183363"/>
            <a:ext cx="5585927" cy="307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 dirty="0"/>
              <a:t>UserContorller : design api</a:t>
            </a:r>
            <a:endParaRPr dirty="0"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 dirty="0"/>
              <a:t>APIResult : 返回使用結果</a:t>
            </a:r>
            <a:endParaRPr dirty="0"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 dirty="0"/>
              <a:t>Transactional : database 訪問操作</a:t>
            </a:r>
            <a:endParaRPr dirty="0"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 dirty="0"/>
              <a:t>UserDao : creat entity object</a:t>
            </a:r>
            <a:endParaRPr dirty="0"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zh-TW" dirty="0"/>
              <a:t>UserRepository : database增刪查改</a:t>
            </a:r>
            <a:endParaRPr dirty="0"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5452" y="617521"/>
            <a:ext cx="3015915" cy="517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166</Words>
  <Application>Microsoft Office PowerPoint</Application>
  <PresentationFormat>寬螢幕</PresentationFormat>
  <Paragraphs>31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DFKai-SB</vt:lpstr>
      <vt:lpstr>Arial</vt:lpstr>
      <vt:lpstr>Calibri</vt:lpstr>
      <vt:lpstr>Office 佈景主題</vt:lpstr>
      <vt:lpstr>PowerPoint 簡報</vt:lpstr>
      <vt:lpstr>系統流程描述</vt:lpstr>
      <vt:lpstr>系統類別圖-JavaSpring</vt:lpstr>
      <vt:lpstr>Android 畫面</vt:lpstr>
      <vt:lpstr>系統危害</vt:lpstr>
      <vt:lpstr>系統類別圖-Android</vt:lpstr>
      <vt:lpstr>測算距離</vt:lpstr>
      <vt:lpstr>資料庫設計</vt:lpstr>
      <vt:lpstr>後端設計</vt:lpstr>
      <vt:lpstr>Android 畫面</vt:lpstr>
      <vt:lpstr>後端設計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賴秉閎</dc:creator>
  <cp:lastModifiedBy>賴秉閎</cp:lastModifiedBy>
  <cp:revision>3</cp:revision>
  <dcterms:created xsi:type="dcterms:W3CDTF">2023-05-23T15:01:49Z</dcterms:created>
  <dcterms:modified xsi:type="dcterms:W3CDTF">2023-12-09T13:28:26Z</dcterms:modified>
</cp:coreProperties>
</file>